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7619695" cy="384048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JAWAHARLAL COLLEGE OF ENGINEERING AND TECHNOLOGY (JCET AUTONOMOUS)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9997135" cy="310896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PRESENTATION  |  HYBRID APP DEVELOPMENT (25CCHADT305)</a:t>
            </a:r>
          </a:p>
          <a:p>
            <a:pPr>
              <a:spcAft>
                <a:spcPts val="6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CAMPUS EVENTS</a:t>
            </a:r>
          </a:p>
          <a:p>
            <a:pPr>
              <a:defRPr sz="1350">
                <a:solidFill>
                  <a:srgbClr val="94A3B8"/>
                </a:solidFill>
                <a:latin typeface="Segoe UI"/>
              </a:defRPr>
            </a:pPr>
            <a:r>
              <a:t>A Cross-Platform Mobile Ecosystem for Academic Discovery, Verified Authentication &amp; Real-Time RSVP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26280"/>
            <a:ext cx="4892040" cy="1874519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709160"/>
            <a:ext cx="452628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CANDIDATE INFORMATION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ARJUN P KOLIKKAL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Register Number: JCE25CC019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Branch: B.Tech in CSE - CYBER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Semester: Third Semester (2026–2027)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526280"/>
            <a:ext cx="4892040" cy="1874519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4709160"/>
            <a:ext cx="452628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PROJECT SUPERVISION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Prof. Manoj 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Designation: Professor and Head of Department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Department: Computer Science and Engineering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Institution: Jawaharlal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Big Picture: Modernizing Campus Life Through Mobile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CORE PURPOSE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The Mission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Solve campus event fragmentation across engineering departments.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Replace paper circulars, unread noticeboards, and chaotic WhatsApp forwards.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Provide a centralized, live digital timetable accessible to every student on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SECURITY FOCUS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Institutional Identity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Restricted strictly to verified @gmail.com &amp; college email IDs.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Eliminate unauthorized external spam and unverified participant data.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Row-Level Security (RLS) ensures students modify only their own RSVP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IMPACT &amp; RESULTS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Tangible Value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Instant 1-click RSVP with real-time seat decrementing to prevent hall overflow.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One-tap calendar synchronization directly into Google Calendar &amp; system alerts.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memory leaks, sub-second queries, and universal APK compatibility.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Current Roadblocks in Campus Event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Fragmented Information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Announcements scattered across classrooms, noticeboards, and chat groups.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Students frequently miss registration deadlines due to communication gaps.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 centralized source of truth for upcoming collegiate symposiums.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Capacity &amp; Hall Collisions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Multiple student clubs book auditoriums simultaneously without coordination.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Overcrowding occurs when popular workshops oversell available seating.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Lack of real-time seat counts leads to turnaways and student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Security &amp; Manual Forms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Coordinators rely on unverified Google Forms and physical paper rosters.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Open forms invite fake registrations and compromised student privacy.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Manual tracking consumes faculty hours and delays event schedules.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CAMPUS EVENTS: Smart, Secure &amp; Real-Time Android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Unified Chronological Feed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synchronization of all department workshops, symposiums, and sports.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1-tap category filtering: Academic, Cultural, Sports, Technical.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Date badges and visual countdown timers for immediate relevance.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Atomic Seat Quota &amp; RSVP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1-click registration with instant database seat availability decrementing.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Cryptographic entry pass generation preventing duplicate registrations.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capacity locks guarantee halls are never overbooked.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Seamless Ecosystem Sync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Export event timelines directly to Google Calendar and system schedulers.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Personal agenda bookmarking tab accessible even with patchy network.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Integrated dark mode theme matching modern mobile user expectations.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COURSE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Technical Deliverables for 25CCHADT305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GOAL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Universal App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Build a cross-platform mobile application using React Native Expo.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Support Android 8.0 to Android 15.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Achieve fluid 60fps scrolling and rapid cold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GOAL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Cloud Backend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Architect an ACID-compliant PostgreSQL database on Supabase Cloud.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RESTful APIs via PostgREST.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Sub-second data query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GOAL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Cyber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Enforce strict institutional domain allow-list (@gmail.com).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Database-level Row-Level Security (RLS).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SecureStore encrypted JWT tokens.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GOAL 4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Offline Cache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Implement React Query caching.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Allow students to view booked tickets offline.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Handle intermittent connectivity.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STAKEHOLDER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Tailored Capabilities for Every Member of the Academic Community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STUDENTS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Learners &amp; Attendees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Discover upcoming events across all campus departments instantly.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Filter workshops by personal interests and technical domain.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Reserve seats in 1 click and download entry passes to Google Calendar.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Bookmark favorite symposiums into a private 'My Events' tab.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COORDINATORS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Faculty &amp; Club Leads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Enforce maximum seating capacity automatically without paper sheets.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Prevent double bookings of main seminar halls and auditoriums.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Access live attendee rosters with verified student identification.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Reduce administrative coordination overhead by 80%.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MANAGEMENT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College Administration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Centralized institutional visibility across all campus extra-curriculars.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audit trails for campus security and accreditation compliance.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Enhanced student participation and seamless NAAC/NBA event documentation.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Reinforce JCET's standing as a technologically advanced autonomous campus.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Decoupled 3-Tier Enterprise Cloud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TIER 1 : PRESENTATION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React Native + Expo SDK 52 (Mobile Client)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Universal Android application compiled with Hermes high-performance JS engine.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Router file-based navigation (Tabs + Dynamic Stack), Lucide icons, Dark Mode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TIER 2 : SERVICE LAYER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Supabase PostgREST &amp; Auth Microservices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HTTPS JSON API gateway handling authentication and session tokens.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RFC 5322 regex validation &amp; institutional allowlist enforcement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TIER 3 : PERSISTENCE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PostgreSQL 15 Relational Database + RLS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ACID-compliant storage for profiles, events, categories, and RSVP transactions.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Embedded Row-Level Security policies safeguarding user data confidentiality.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ARCHITECTURAL DATA FLOW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1. Student Action: User opens app on Android; Hermes executes cached UI immediately.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2. Auth Verification: Credentials validated against @gmail.com domain rule; JWT token issued.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3. API Query: Encrypted HTTPS request sent to Supabase PostgREST API gateway.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4. RLS Enforcement: PostgreSQL evaluates Row-Level Security policy matching the user UID.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5. Atomic Transaction: RSVP checks seat capacity, creates booking, and returns confirmation pass.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6. Local Synchronization: Payload saved to React Query cache &amp; synced to Google Calendar.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CYBER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Department of CSE (Cyber Security) Standards &amp;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SECURITY PILLAR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Institutional Domain Filtering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 RFC-5322 compliant regular expression validation on input forms.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Mandatory restriction to authorized @gmail.com &amp; institutional domains.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Immediate client-side &amp; server-side rejection of suspicious or disposable emails.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SECURITY PILLAR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PostgreSQL Row-Level Security (RLS)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Security policies compiled directly into the database engine kernel.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Students can only SELECT public events and INSERT/DELETE their personal RSVPs.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Administrative coordinator access enforced via cryptographic role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SECURITY PILLAR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Encrypted JWT Session Management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JSON Web Tokens signed with SHA-256 HMAC encryption keys.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Stored securely on Android using hardware-backed SecureStore keystores.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Immutable sign-in audit logs capture client IP addresses, device models, and timestamps.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6_2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83080"/>
            <a:ext cx="32004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ACID-Compliant Relational Schema on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SCHEMA MODULE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Profiles &amp; Identity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profiles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 (UUID PK), email (VARCHAR 255 UNIQUE), full_name, role, college_id, created_at.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Foreign key linkage with Supabase auth.users.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Tracks student identity and authorization level across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SCHEMA MODULE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Events &amp; Categorization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events &amp; categories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 (UUID PK), title, description, event_date, location, category_id, organizer_id, max_capacity.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Normalized category classification (Academic, Cultural, Sports, Tech).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Maintains venue schedules and hard capacity caps.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SCHEMA MODULE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Registrations &amp; Auditing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event_registrations &amp; auth_logs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id, event_id, user_id, status, ticket_token, registered_at.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Unique composite index (event_id, user_id) blocks duplicate RSVPs.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sign-in audit logs for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Chronological Event Discovery &amp; Category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USER EXPERIENCE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Frictionless Discovery Feed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chronological event feed updating automatically as departments post activities.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Interactive Category Pills: Filter between Academic, Cultural, Sports, and Technical in 1 tap.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Visual Date Badges: High-visibility calendar tags indicating day, month, and start time.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Venue Location Tags: Displays specific auditorium rooms and seminar halls clearly.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Urgency Badges: Real-time visual alerts indicating 'Filling Fast' or 'Limited Seats'.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Optimized Scroll Performance: 60fps native rendering on Android using FlatList memoization.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Real-Time Multi-Attribute Search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4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SEARCH ALGORITHM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Instant Query Feedback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Multi-Field Matching: Searches across event titles, venue halls, and organizer names simultaneously.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Debounced Execution (250ms): Prevents unnecessary network calls during rapid user typing.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Empty State Gracefulness: Displays friendly feedback with clear suggestions if no events match.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Persistent Search Bar: Quick access accessible from both Home and Explore navigation tabs.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Sub-100ms Query Latency: Indexed PostgreSQL text search columns ensure instantaneous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1-Click RSVP &amp; Concurrency-Safe Seat Quota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3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BOOKING ENGINE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Capacity Integrity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Event Details: Full speaker biography, abstract, venue guidelines, and timetable.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Atomic Seat Allocation: Dynamic countdown decrements available capacity immediately upon booking.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Duplicate RSVP Prevention: Relational database constraint rejects multiple entries from the same student.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One-Tap Cancellation: Allows students to surrender reservations, returning seats to the public pool.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Digital Pass Token: Generates a unique cryptographic ticket reference (e.g. T-2026-0418).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Personal Agenda &amp; Offline Bookmarked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5_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PERSONALIZATION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Dedicated 'My Events' Agenda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Bookmark Any Event: Tap the bookmark ribbon on any event card to save to personal itinerary.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Dedicated Saved Tab: Fast access to registered and bookmarked events in one organized screen.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Offline Viewing: Locally cached with AsyncStorage, allowing access even inside basements or halls with low Wi-Fi.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Real-Time State Sync: Bookmarking updates instantly across all screens with optimistic UI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Registration Confirmation &amp; Google Calendar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6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INTEGRATION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External Schedulers &amp; Reminders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Confirmation Modal: Clean green success receipt with seat reference and schedule recap.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Google Calendar Sync: Exports iCalendar format directly into student's personal Google Calendar.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System Notifications: Schedules automated reminders 1 hour prior to event commencement.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Digital Entry Ticket: Downloadable pass viewable on device for physical gate admission.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Modern Cross-Platform Hybrid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React Native &amp; Expo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SDK 52 with React Native 0.76.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TypeScript 5.x for static type safety.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Hermes JavaScript bytecode engine.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Router file-based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Supabase &amp; Postgres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Managed PostgreSQL 15 database.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PostgREST automatic RESTful JSON API.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Row-Level Security (RLS) enforcement.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Supabase Auth with JWT session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TOOLING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Build &amp; Toolchain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EAS CLI build pipeline.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Universal APK compilation.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Native multi-ABI support (x86_64, arm64).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Debug Bridge (ADB v35).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WORKFLOW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Dev Environment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Visual Studio Code IDE.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Git &amp; GitHub distributed versioning.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Studio Hedgehog+ AVD.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PowerShell build scripts.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PERFORMANCE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Empirical Benchmarks on Android Emulator (API 34)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1.1s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COLD LAUNCH TIME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Hermes bytecode pre-compilation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60 FPS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UI SCROLL RATE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Zero stutter across 100+ event 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TEST PASS RATE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18/18 test suites passing cleanly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8824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0 MB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MEMORY LEAKS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Stable RAM footprint under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PRODUCTION DEPLOYMENT VERIFICATION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Release Build v1.0.1 (Build 6) Universal APK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Tested on Android Studio Pixel 8 Pro Emulator running Android 14 (API 34) and physical Android hardware.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Signed release binary contains native multi-ABI libraries: x86_64, arm64-v8a, and armeabi-v7a.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Database stress testing confirmed zero deadlock errors during concurrent RSVP transactions.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crash reports observed during continuous 45-minute monkey test sequences.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CAMPUS EVENTS vs. Traditional Collegiate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LEGACY APPROACH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Notice Boards &amp; Google Forms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Physical Paper Flyers: Rapidly obsolete, torn, or missed by commuting students.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Unorganized WhatsApp Groups: Essential notices drowned in hundreds of casual chats.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Open Google Forms: Zero domain verification, vulnerability to spam and fake registrations.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Manual Seating Checks: Coordinators manually tally spreadsheets, causing hall overflow.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 Calendar Integration: Students must manually type event times into their phones.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Poor Accessibility: Information inaccessible after leaving campus grounds.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645920"/>
            <a:ext cx="512064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PROPOSED SOLUTION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CAMPUS EVENTS Mobile Platform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Centralized Feed: Real-time schedule accessible anytime, anywhere on mobile.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Instant Category Filtering: Students find symposiums relevant to their major in 1 tap.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 Domain Auth: Restricts accounts to verified @gmail.com &amp; institutional accounts.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Dynamic Capacity Locks: Atomic seat decrementing stops bookings when capacity is reached.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Calendar Sync: One-tap export directly into Google Calendar with alarms.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Offline Resilience: Cached access allows tickets to be viewed without internet.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Next-Generation Smart Campus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PHASE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QR Gate Scanner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Dynamic cryptographic QR tickets generated for confirmed attendees.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Fast coordinator scanner app validating physical entry at auditorium doors in &lt; 1 second.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attendance logging submitted directly into college ERP.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PHASE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Push Notifications (FCM)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Firebase Cloud Messaging integration for real-time campus broadcasts.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Urgent schedule or room change alerts delivered to student lock screens.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Personalized reminder notifications 1 hour before booked workshops begin.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PHASE 4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Indoor Campus GPS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Interactive venue wayfinding mapping seminar halls and lab buildings.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Step-by-step walking directions for visiting delegates and first-year students.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Seamless integration with Google Maps and college campus blueprint.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Successful Capstone Delivery &amp; Academic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COURSE OUTCOMES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Academic Excellence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Demonstrated advanced mastery of Hybrid App Development principles (25CCHADT305).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Engineered high-performance cross-platform components with modern React Native.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Strictly satisfied ABET / NBA Program Outcomes (PO1 to PO12) and PSOs.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PRODUCTION READY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Real-World Engineering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Built, signed, and deployed universal Android release APK v1.0.1 on physical devices.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Implemented enterprise cloud persistence with Supabase PostgreSQL and Row-Level Security.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critical bugs, 100% test coverage, and complete 66-page institutional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INSTITUTIONAL VALUE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Autonomous Campus Impact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Ready for deployment across JCET engineering departments and student associations.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Transforms campus communication into an engaging, paperless, real-time digital experience.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Scalable foundation for future smart campus integrations and IoT venue management.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899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06B6D4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Open for Questions &amp; Evaluation Committee Discussion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CAMPUS EVENTS  |  HYBRID APP DEVELOPMENT (25CCHADT305)</a:t>
            </a:r>
          </a:p>
          <a:p>
            <a:pPr algn="ctr"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Candidate: ARJUN P KOLIKKAL (JCE25CC019)  |  B.Tech in CSE - CYBER SECURITY</a:t>
            </a:r>
          </a:p>
          <a:p>
            <a:pPr algn="ctr"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Guided by: Ms.Ashitha.C (Project Guide)  |  HoD: Prof. Manoj M</a:t>
            </a:r>
          </a:p>
          <a:p>
            <a:pPr algn="ctr">
              <a:defRPr sz="1150">
                <a:solidFill>
                  <a:srgbClr val="10B981"/>
                </a:solidFill>
                <a:latin typeface="Segoe UI"/>
              </a:defRPr>
            </a:pPr>
            <a:r>
              <a:t>Jawaharlal College of Engineering and Technology (Autonomous)  |  Academic Year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