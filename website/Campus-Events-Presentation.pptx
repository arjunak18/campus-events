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3291840" cy="384048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A5B4FC"/>
                </a:solidFill>
              </a:defRPr>
            </a:pPr>
            <a:r>
              <a:t>OFFICIAL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Calibri"/>
              </a:defRPr>
            </a:pPr>
            <a:r>
              <a:t>Campus Events Calendar</a:t>
            </a:r>
          </a:p>
          <a:p>
            <a:pPr>
              <a:spcBef>
                <a:spcPts val="800"/>
              </a:spcBef>
              <a:defRPr sz="1800">
                <a:solidFill>
                  <a:srgbClr val="06B6D4"/>
                </a:solidFill>
                <a:latin typeface="Calibri"/>
              </a:defRPr>
            </a:pPr>
            <a:r>
              <a:t>Modern Collegiate Event Aggregation &amp; Student Engagement Platform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Full-Stack Native Mobile App (React Native/Expo 57) • Node.js REST API • Supabase Cloud 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389120"/>
            <a:ext cx="3108960" cy="16459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🚀 Production Release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Version: v1.0.0 (Build 5)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Form Factor: Android Native APK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Size: 60.5 MB (Signed v2/v3)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389120"/>
            <a:ext cx="3108960" cy="16459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🌐 Cloud Infrastructure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Live API: Render.com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Database: Supabase PostgreSQL 15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Portal: GitHub Pages CDN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4389120"/>
            <a:ext cx="3108960" cy="16459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🛡️ Security Engine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Strict Google/Gmail RFC Validation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Two-Factor Email Confirmation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Real-Time Sign-In Audit Logs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560320" cy="347472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5B4FC"/>
                </a:solidFill>
                <a:latin typeface="Calibri"/>
              </a:defRPr>
            </a:pPr>
            <a:r>
              <a:t>CONTEXT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The Collegiate Challenge &amp; Our Solution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Calibri"/>
              </a:defRPr>
            </a:pPr>
            <a:r>
              <a:t>Addressing the disconnect in campus-wide event discovery and verified participation.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❌ The Traditional Problem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1. Fragmented Communication Channels: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 Events are scattered across WhatsApp groups, paper noticeboards, and lost email threads.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2. Missed Deadlines &amp; Low Turnout: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 Students find out about hackathons, symposiums, or sports events after registration has closed.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3. Unverified Attendee Lists: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 Organizers deal with spam registrations and inaccurate attendee counts due to unverified emails.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4. Lack of Department Customization: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 Students cannot filter noise to find activities relevant to their major or academic year.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✅ The Campus Events Solution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1. Unified Digital Event Calendar: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 A single source of truth for all campus activities with day-by-day browsing and category badges.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2. Strict Student Gmail Verification: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 Client &amp; server algorithms enforce authentic student Gmail credentials with email confirmation.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3. Real-Time Cloud Synchronization: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 Instant updates for capacity limits, venue changes, and one-tap calendar exports.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4. Granular Filtering &amp; Security: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 Department-specific feeds, RSVP tracking, and audit-grade sign-in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560320" cy="347472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5B4FC"/>
                </a:solidFill>
                <a:latin typeface="Calibri"/>
              </a:defRPr>
            </a:pPr>
            <a:r>
              <a:t>ENGINEERING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Full-Stack 3-Tier Distributed Architecture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Calibri"/>
              </a:defRPr>
            </a:pPr>
            <a:r>
              <a:t>Built for high concurrency, zero data drift, and cross-platform native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📱 Mobile Client Tier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React Native 0.86 &amp; Expo SDK 57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Hermes JavaScript VM Engine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React Hook Form + Zod validation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TanStack Query v5 (React Query)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Expo Router (File-based navigation)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Reanimated 4 &amp; Gesture Handler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Expo SecureStore (Encrypted tokens)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Dark aesthetic UI kit (#090D16)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⚙️ Backend API Tier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Node.js 20+ LTS &amp; Express.js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100% Strict TypeScript code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Modular Controller-Service-Route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Centralized Supabase JWT Auth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Zod schema validation interceptors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Helmet, Morgan, Rate Limiting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Render Cloud Web Service hosting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Auto-deploy continuous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🗄️ Database &amp; Cloud Tier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Supabase PostgreSQL 15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Row Level Security (RLS) policies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Supabase GoTrue Auth (PKCE flow)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Supabase Storage (Posters &amp; Media)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Migrations 001 - 006 applied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Automated PL/pgSQL triggers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GitHub Releases global CDN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GitHub Pages direct APK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560320" cy="347472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5B4FC"/>
                </a:solidFill>
                <a:latin typeface="Calibri"/>
              </a:defRPr>
            </a:pPr>
            <a:r>
              <a:t>FEATURE SPOTLIGHT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Designed for College Life &amp; Event Organizers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Calibri"/>
              </a:defRPr>
            </a:pPr>
            <a:r>
              <a:t>Packed with features that simplify participation, discovery, and administration.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📅 Interactive Calendar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Day-by-day visual calendar grid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Color-coded category indicators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One-tap sync to phone calendar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Live RSVP countdown counters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🔍 Explore &amp; Filters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Search by keywords &amp; venues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Filter by Department (CSE, Mech, etc.)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Filter by Category (Tech, Cult, Sports)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Real-time cached search queries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📝 Event Publishing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Multi-step event creation wizard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High-resolution poster image upload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Capacity limits &amp; registration caps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Organizer attribution &amp; contacts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329184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📌 Bookmarks &amp; RSVPs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Save favorite events for quick access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Manage confirmed registrations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Offline cache support via TanStack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Instant cancellation &amp; seat 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206240"/>
            <a:ext cx="329184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🔔 Smart Notifications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Reminders for upcoming registered events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Real-time announcements on schedule changes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In-app alerts for registration deadlines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206240"/>
            <a:ext cx="338328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👤 Student Profile &amp; Stats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Academic year &amp; Department badges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Verified student badge display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Attendance &amp; participation count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Secure 1-tap session sign 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560320" cy="347472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5B4FC"/>
                </a:solidFill>
                <a:latin typeface="Calibri"/>
              </a:defRPr>
            </a:pPr>
            <a:r>
              <a:t>SECURITY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Zero-Trust Student Authentication Engine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Calibri"/>
              </a:defRPr>
            </a:pPr>
            <a:r>
              <a:t>Protecting event rosters, attendance records, and student privacy with strict validations.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🔐 Strict Google / Gmail Validation Engine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Enforces official Google RFC naming rules symmetrically on Client &amp; Server: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Domain Constraint: Must strictly terminate with '@gmail.com'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Username Length: Strictly bounded between 6 and 30 characters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Character Set: Only lowercase letters, digits, and periods ('.')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Grammar Rules: Disallows consecutive periods ('..')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Edge Rules: Cannot start or end with a period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Benefit: Completely prevents bot registrations, invalid emails, and fake student submissions while maintaining zero runtime overhead.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🛡️ Two-Factor Email Flow &amp; Audit Logging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1. Anti-Spam Email Confirmation: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 Accounts remain unconfirmed until the student clicks the link sent to their Gmail. Custom deep linking (campusevents://auth-callback) handles seamless verification.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2. Unconfirmed Account Intercept: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 Login screen automatically detects unconfirmed emails and provides a 1-tap 'Resend Verification Link' button.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3. Real-Time Sign-In Audit Logs: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 Every sign-in is recorded in Supabase (sign_in_logs table) capturing timestamp, login method, client IP, and device User-Agent for campus security.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560320" cy="347472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5B4FC"/>
                </a:solidFill>
                <a:latin typeface="Calibri"/>
              </a:defRPr>
            </a:pPr>
            <a:r>
              <a:t>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Relational PostgreSQL Schema with Row Level Security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Calibri"/>
              </a:defRPr>
            </a:pPr>
            <a:r>
              <a:t>Engineered on Supabase PostgreSQL with 6 migrations, foreign key cascades, and RLS.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📊 Core Relational Tables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profiles: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full_name, email, department, academic_year, college_id, last_sign_in_at, sign_in_count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events: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title, description, category_id, organizer_id, venue, start_date, end_date, poster_url, max_capacity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registrations: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user_id, event_id, status, registered_at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saved_events: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user_id, event_id, saved_at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🛡️ Security &amp; Audit Tables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sign_in_logs: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user_id, sign_in_method, ip_address, user_agent, created_at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categories: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name, slug, color (Tech, Cultural, Sports, Workshop, etc.)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organizations: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name, description, logo_url, verified_status, contact_email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Row Level Security (RLS):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Declarative policies enforce that students can only modify their own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⚡ Automated Triggers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on_auth_user_created: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Extracts department, college_id, and academic_year from sign-up payload directly into public.profiles.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updated_at triggers: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Maintains precise audit timestamps across all records.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Capacity checks: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Rejects registrations if event seat threshold is exceeded.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Indexes: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B-tree indexes on event dates and 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560320" cy="347472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5B4FC"/>
                </a:solidFill>
                <a:latin typeface="Calibri"/>
              </a:defRPr>
            </a:pPr>
            <a:r>
              <a:t>ENGINEERING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Overcoming Complex Low-Level Build Challenges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Calibri"/>
              </a:defRPr>
            </a:pPr>
            <a:r>
              <a:t>Solving Windows path limits, C++ compilation hurdles, and Android installation conflicts.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1. Windows MAX_PATH (260-Char) Fix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Problem: React Native New Architecture CMake builds failed with Ninja manifest dirty errors due to 272-character paths.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Fix: Mapped virtual drive M:\ and refactored autolinked sources into local components, eliminating path overflow.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2. C++ Linker Duplicate Symbol Resolution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Problem: screens autolinking failed with duplicate symbol: rnscreens_ModuleProvider.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Fix: Isolated conflicting generated stubs from the CMake source glob, enabling clean 2-minute builds.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12064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3. Android Package Signature Conflict Fix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Problem: Android package manager threw 'Something went wrong' when installing APK.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Fix: Generated 2048-bit RSA production release keystore (v2+v3 scheme) and documented legacy build uninstallation.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4. Mobile Cross-Origin Download Delivery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Problem: Phone browsers blocked GitHub 302 signed redirect URLs.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Fix: Deployed APK directly to same-origin GitHub Pages branch with native MIME type application/vnd.android.package-archive.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560320" cy="347472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5B4FC"/>
                </a:solidFill>
                <a:latin typeface="Calibri"/>
              </a:defRPr>
            </a:pPr>
            <a:r>
              <a:t>PRODUCTION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Live Deployment &amp; Verification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Calibri"/>
              </a:defRPr>
            </a:pPr>
            <a:r>
              <a:t>All components are live, tested, and accessible globally.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🚀 Live Production Links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Web Download Portal (GitHub Pages):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https://arjunak18.github.io/campus-events/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Direct APK Download (Same-Origin):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https://arjunak18.github.io/campus-events/campus-events-release.apk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GitHub Releases (v1.0.0 Global CDN):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https://github.com/arjunak18/campus-events/releases/tag/v1.0.0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Backend REST API (Render Web Service):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https://campus-events-api-icb1.onrender.com/api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API Health Probe: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  https://campus-events-api-icb1.onrender.com/api/health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📦 Release APK Specifications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Package: com.akdevos.campusevents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Version: 1.0.0 (VersionCode: 5)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Binary Size: 60.5 MB (60,580,137 bytes)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Architecture: Universal (arm64-v8a, armeabi-v7a)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Minimum SDK: Android 8.0+ (API 24/26)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Signature: 2048-bit RSA (v2 &amp; v3 Verified)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SHA-256 Checksum: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eefed1ee3510faa6615312005f552668f60e2fea75a32e630bd483d3550afbbd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560320" cy="347472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5B4FC"/>
                </a:solidFill>
                <a:latin typeface="Calibri"/>
              </a:defRPr>
            </a:pPr>
            <a:r>
              <a:t>FUTURE HORIZON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Project Roadmap &amp; Conclusion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Calibri"/>
              </a:defRPr>
            </a:pPr>
            <a:r>
              <a:t>Scaling the platform for multi-university deployments and rich organizer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31089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🖥️ Phase 8: Web Admin Panel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React + Vite dashboard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Campus-wide event approval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Attendance statistics &amp; CSV export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Organization manager controls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31089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🔔 Automated Push Reminders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Supabase Webhooks + Expo Push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24h &amp; 1h event notifications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Real-time venue updates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Emergency broadcast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31089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🎟️ QR Ticket Check-In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Personal student digital pass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In-app camera scanner for hosts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Real-time door attendance sync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• Prevent duplicate entries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🎉 Thank You! — Questions &amp; Answers</a:t>
            </a:r>
          </a:p>
          <a:p>
            <a:pPr algn="l">
              <a:spcBef>
                <a:spcPts val="4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Open-source repository available on GitHub: github.com/arjunak18/campus-events  •  Built with passion by Arjun A K (AkDevos)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